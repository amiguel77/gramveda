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10"/>
  </p:notesMasterIdLst>
  <p:sldIdLst>
    <p:sldId id="291" r:id="rId4"/>
    <p:sldId id="281" r:id="rId5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6D3"/>
    <a:srgbClr val="008A3E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F49F0-C584-413F-9501-5F1C064FDB0D}" v="7" dt="2026-08-22T18:29:42.110"/>
    <p1510:client id="{F13E391C-D712-4EBF-BBDC-AB10E5AF04DB}" v="6" dt="2026-08-23T05:25:47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8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misha Sharma" userId="b7a653bf193c2971" providerId="LiveId" clId="{1B01F5ED-0B84-4E18-ADA2-7D6258FDB1DF}"/>
    <pc:docChg chg="undo custSel addSld delSld modSld">
      <pc:chgData name="Animisha Sharma" userId="b7a653bf193c2971" providerId="LiveId" clId="{1B01F5ED-0B84-4E18-ADA2-7D6258FDB1DF}" dt="2026-08-23T06:15:10.249" v="412" actId="478"/>
      <pc:docMkLst>
        <pc:docMk/>
      </pc:docMkLst>
      <pc:sldChg chg="addSp delSp modSp mod">
        <pc:chgData name="Animisha Sharma" userId="b7a653bf193c2971" providerId="LiveId" clId="{1B01F5ED-0B84-4E18-ADA2-7D6258FDB1DF}" dt="2026-08-23T06:06:27.337" v="411" actId="1036"/>
        <pc:sldMkLst>
          <pc:docMk/>
          <pc:sldMk cId="0" sldId="281"/>
        </pc:sldMkLst>
        <pc:spChg chg="mod">
          <ac:chgData name="Animisha Sharma" userId="b7a653bf193c2971" providerId="LiveId" clId="{1B01F5ED-0B84-4E18-ADA2-7D6258FDB1DF}" dt="2026-08-23T06:03:28.132" v="396" actId="14100"/>
          <ac:spMkLst>
            <pc:docMk/>
            <pc:sldMk cId="0" sldId="281"/>
            <ac:spMk id="3" creationId="{C9057916-558F-CFCC-C759-6736F17B47D7}"/>
          </ac:spMkLst>
        </pc:spChg>
        <pc:spChg chg="mod">
          <ac:chgData name="Animisha Sharma" userId="b7a653bf193c2971" providerId="LiveId" clId="{1B01F5ED-0B84-4E18-ADA2-7D6258FDB1DF}" dt="2026-08-23T06:03:12.945" v="393" actId="403"/>
          <ac:spMkLst>
            <pc:docMk/>
            <pc:sldMk cId="0" sldId="281"/>
            <ac:spMk id="5" creationId="{B32401E4-5965-C972-1B63-896E82A00E88}"/>
          </ac:spMkLst>
        </pc:spChg>
        <pc:spChg chg="mod">
          <ac:chgData name="Animisha Sharma" userId="b7a653bf193c2971" providerId="LiveId" clId="{1B01F5ED-0B84-4E18-ADA2-7D6258FDB1DF}" dt="2026-08-23T06:06:27.337" v="411" actId="1036"/>
          <ac:spMkLst>
            <pc:docMk/>
            <pc:sldMk cId="0" sldId="281"/>
            <ac:spMk id="8" creationId="{E829B7D3-07F6-2BB8-27D4-8E1E37DF1736}"/>
          </ac:spMkLst>
        </pc:spChg>
        <pc:spChg chg="mod">
          <ac:chgData name="Animisha Sharma" userId="b7a653bf193c2971" providerId="LiveId" clId="{1B01F5ED-0B84-4E18-ADA2-7D6258FDB1DF}" dt="2026-08-23T05:21:47.985" v="46" actId="1076"/>
          <ac:spMkLst>
            <pc:docMk/>
            <pc:sldMk cId="0" sldId="281"/>
            <ac:spMk id="10" creationId="{5DBCE864-823D-4A13-9607-5DA1F0ED5FB8}"/>
          </ac:spMkLst>
        </pc:spChg>
        <pc:spChg chg="mod">
          <ac:chgData name="Animisha Sharma" userId="b7a653bf193c2971" providerId="LiveId" clId="{1B01F5ED-0B84-4E18-ADA2-7D6258FDB1DF}" dt="2026-08-23T06:03:58.071" v="402" actId="1076"/>
          <ac:spMkLst>
            <pc:docMk/>
            <pc:sldMk cId="0" sldId="281"/>
            <ac:spMk id="14" creationId="{00B40B0C-4E1C-D764-46EB-EF6DFECA0DCF}"/>
          </ac:spMkLst>
        </pc:spChg>
        <pc:spChg chg="mod">
          <ac:chgData name="Animisha Sharma" userId="b7a653bf193c2971" providerId="LiveId" clId="{1B01F5ED-0B84-4E18-ADA2-7D6258FDB1DF}" dt="2026-08-23T06:04:47.256" v="408" actId="1036"/>
          <ac:spMkLst>
            <pc:docMk/>
            <pc:sldMk cId="0" sldId="281"/>
            <ac:spMk id="16" creationId="{9F2FEF43-C7D3-5BBF-CD1F-B79F531109CF}"/>
          </ac:spMkLst>
        </pc:spChg>
        <pc:spChg chg="mod">
          <ac:chgData name="Animisha Sharma" userId="b7a653bf193c2971" providerId="LiveId" clId="{1B01F5ED-0B84-4E18-ADA2-7D6258FDB1DF}" dt="2026-08-23T06:01:52.175" v="346" actId="403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Animisha Sharma" userId="b7a653bf193c2971" providerId="LiveId" clId="{1B01F5ED-0B84-4E18-ADA2-7D6258FDB1DF}" dt="2026-08-23T06:02:56.292" v="389" actId="403"/>
          <ac:spMkLst>
            <pc:docMk/>
            <pc:sldMk cId="0" sldId="281"/>
            <ac:spMk id="15362" creationId="{00000000-0000-0000-0000-000000000000}"/>
          </ac:spMkLst>
        </pc:spChg>
        <pc:picChg chg="add mod">
          <ac:chgData name="Animisha Sharma" userId="b7a653bf193c2971" providerId="LiveId" clId="{1B01F5ED-0B84-4E18-ADA2-7D6258FDB1DF}" dt="2026-08-23T05:21:39.187" v="45" actId="1076"/>
          <ac:picMkLst>
            <pc:docMk/>
            <pc:sldMk cId="0" sldId="281"/>
            <ac:picMk id="4" creationId="{E9E06F41-7BEE-3E93-3B7D-722BD2625C54}"/>
          </ac:picMkLst>
        </pc:picChg>
        <pc:picChg chg="del">
          <ac:chgData name="Animisha Sharma" userId="b7a653bf193c2971" providerId="LiveId" clId="{1B01F5ED-0B84-4E18-ADA2-7D6258FDB1DF}" dt="2026-08-23T05:08:52.801" v="2" actId="478"/>
          <ac:picMkLst>
            <pc:docMk/>
            <pc:sldMk cId="0" sldId="281"/>
            <ac:picMk id="12" creationId="{BBCDD0BE-B4A9-7407-D396-8F166D6F93DA}"/>
          </ac:picMkLst>
        </pc:picChg>
        <pc:picChg chg="add del mod">
          <ac:chgData name="Animisha Sharma" userId="b7a653bf193c2971" providerId="LiveId" clId="{1B01F5ED-0B84-4E18-ADA2-7D6258FDB1DF}" dt="2026-08-23T05:37:44.212" v="165" actId="478"/>
          <ac:picMkLst>
            <pc:docMk/>
            <pc:sldMk cId="0" sldId="281"/>
            <ac:picMk id="13" creationId="{2C7D2752-B865-FDB5-95CA-3EFC91F564A9}"/>
          </ac:picMkLst>
        </pc:picChg>
        <pc:picChg chg="add del mod modCrop">
          <ac:chgData name="Animisha Sharma" userId="b7a653bf193c2971" providerId="LiveId" clId="{1B01F5ED-0B84-4E18-ADA2-7D6258FDB1DF}" dt="2026-08-23T06:00:57.848" v="337" actId="478"/>
          <ac:picMkLst>
            <pc:docMk/>
            <pc:sldMk cId="0" sldId="281"/>
            <ac:picMk id="17" creationId="{508D496D-9336-B58F-A93B-834979C088F9}"/>
          </ac:picMkLst>
        </pc:picChg>
        <pc:picChg chg="add mod">
          <ac:chgData name="Animisha Sharma" userId="b7a653bf193c2971" providerId="LiveId" clId="{1B01F5ED-0B84-4E18-ADA2-7D6258FDB1DF}" dt="2026-08-23T06:04:11.469" v="404" actId="1076"/>
          <ac:picMkLst>
            <pc:docMk/>
            <pc:sldMk cId="0" sldId="281"/>
            <ac:picMk id="19" creationId="{175B27A1-E8F8-70E5-C9E8-72CD63BB7142}"/>
          </ac:picMkLst>
        </pc:picChg>
        <pc:picChg chg="add mod">
          <ac:chgData name="Animisha Sharma" userId="b7a653bf193c2971" providerId="LiveId" clId="{1B01F5ED-0B84-4E18-ADA2-7D6258FDB1DF}" dt="2026-08-23T06:04:22.286" v="405" actId="1076"/>
          <ac:picMkLst>
            <pc:docMk/>
            <pc:sldMk cId="0" sldId="281"/>
            <ac:picMk id="21" creationId="{7BC56942-A21E-F951-1E6F-6445F43604DB}"/>
          </ac:picMkLst>
        </pc:picChg>
      </pc:sldChg>
      <pc:sldChg chg="addSp delSp modSp mod">
        <pc:chgData name="Animisha Sharma" userId="b7a653bf193c2971" providerId="LiveId" clId="{1B01F5ED-0B84-4E18-ADA2-7D6258FDB1DF}" dt="2026-08-23T05:44:18.556" v="183" actId="14100"/>
        <pc:sldMkLst>
          <pc:docMk/>
          <pc:sldMk cId="0" sldId="290"/>
        </pc:sldMkLst>
        <pc:spChg chg="mod">
          <ac:chgData name="Animisha Sharma" userId="b7a653bf193c2971" providerId="LiveId" clId="{1B01F5ED-0B84-4E18-ADA2-7D6258FDB1DF}" dt="2026-08-23T05:23:50.268" v="64" actId="1076"/>
          <ac:spMkLst>
            <pc:docMk/>
            <pc:sldMk cId="0" sldId="290"/>
            <ac:spMk id="11" creationId="{5DBCE864-823D-4A13-9607-5DA1F0ED5FB8}"/>
          </ac:spMkLst>
        </pc:spChg>
        <pc:picChg chg="add mod">
          <ac:chgData name="Animisha Sharma" userId="b7a653bf193c2971" providerId="LiveId" clId="{1B01F5ED-0B84-4E18-ADA2-7D6258FDB1DF}" dt="2026-08-23T05:23:24.985" v="59" actId="1076"/>
          <ac:picMkLst>
            <pc:docMk/>
            <pc:sldMk cId="0" sldId="290"/>
            <ac:picMk id="3" creationId="{993DEA7B-E44E-3C06-70FA-44048F7B9229}"/>
          </ac:picMkLst>
        </pc:picChg>
        <pc:picChg chg="add del mod">
          <ac:chgData name="Animisha Sharma" userId="b7a653bf193c2971" providerId="LiveId" clId="{1B01F5ED-0B84-4E18-ADA2-7D6258FDB1DF}" dt="2026-08-23T05:42:31.202" v="178" actId="478"/>
          <ac:picMkLst>
            <pc:docMk/>
            <pc:sldMk cId="0" sldId="290"/>
            <ac:picMk id="5" creationId="{DF554042-5BBE-6206-ECDC-2D6013C79AAA}"/>
          </ac:picMkLst>
        </pc:picChg>
        <pc:picChg chg="add mod">
          <ac:chgData name="Animisha Sharma" userId="b7a653bf193c2971" providerId="LiveId" clId="{1B01F5ED-0B84-4E18-ADA2-7D6258FDB1DF}" dt="2026-08-23T05:44:18.556" v="183" actId="14100"/>
          <ac:picMkLst>
            <pc:docMk/>
            <pc:sldMk cId="0" sldId="290"/>
            <ac:picMk id="8" creationId="{9F02EB73-3D76-F094-10EE-2EC95518B527}"/>
          </ac:picMkLst>
        </pc:picChg>
        <pc:picChg chg="del mod">
          <ac:chgData name="Animisha Sharma" userId="b7a653bf193c2971" providerId="LiveId" clId="{1B01F5ED-0B84-4E18-ADA2-7D6258FDB1DF}" dt="2026-08-23T05:42:10.081" v="175" actId="478"/>
          <ac:picMkLst>
            <pc:docMk/>
            <pc:sldMk cId="0" sldId="290"/>
            <ac:picMk id="9" creationId="{7CBA7022-A966-3716-0E75-19481C126492}"/>
          </ac:picMkLst>
        </pc:picChg>
      </pc:sldChg>
      <pc:sldChg chg="addSp modSp mod">
        <pc:chgData name="Animisha Sharma" userId="b7a653bf193c2971" providerId="LiveId" clId="{1B01F5ED-0B84-4E18-ADA2-7D6258FDB1DF}" dt="2026-08-23T05:20:10.410" v="35" actId="1076"/>
        <pc:sldMkLst>
          <pc:docMk/>
          <pc:sldMk cId="0" sldId="291"/>
        </pc:sldMkLst>
        <pc:picChg chg="add mod">
          <ac:chgData name="Animisha Sharma" userId="b7a653bf193c2971" providerId="LiveId" clId="{1B01F5ED-0B84-4E18-ADA2-7D6258FDB1DF}" dt="2026-08-23T05:20:10.410" v="35" actId="1076"/>
          <ac:picMkLst>
            <pc:docMk/>
            <pc:sldMk cId="0" sldId="291"/>
            <ac:picMk id="7" creationId="{2145A66A-899D-F3B1-E831-2923447C16F4}"/>
          </ac:picMkLst>
        </pc:picChg>
      </pc:sldChg>
      <pc:sldChg chg="addSp delSp modSp mod">
        <pc:chgData name="Animisha Sharma" userId="b7a653bf193c2971" providerId="LiveId" clId="{1B01F5ED-0B84-4E18-ADA2-7D6258FDB1DF}" dt="2026-08-23T05:29:41.259" v="124" actId="478"/>
        <pc:sldMkLst>
          <pc:docMk/>
          <pc:sldMk cId="3753387913" sldId="293"/>
        </pc:sldMkLst>
        <pc:spChg chg="mod">
          <ac:chgData name="Animisha Sharma" userId="b7a653bf193c2971" providerId="LiveId" clId="{1B01F5ED-0B84-4E18-ADA2-7D6258FDB1DF}" dt="2026-08-23T05:29:17.521" v="117" actId="207"/>
          <ac:spMkLst>
            <pc:docMk/>
            <pc:sldMk cId="3753387913" sldId="293"/>
            <ac:spMk id="2" creationId="{9A0334B6-0E6E-016D-1434-EFB16E71ADF3}"/>
          </ac:spMkLst>
        </pc:spChg>
        <pc:spChg chg="mod">
          <ac:chgData name="Animisha Sharma" userId="b7a653bf193c2971" providerId="LiveId" clId="{1B01F5ED-0B84-4E18-ADA2-7D6258FDB1DF}" dt="2026-08-23T05:29:25.379" v="120" actId="207"/>
          <ac:spMkLst>
            <pc:docMk/>
            <pc:sldMk cId="3753387913" sldId="293"/>
            <ac:spMk id="4" creationId="{210AE37F-485A-805A-1638-B86740160012}"/>
          </ac:spMkLst>
        </pc:spChg>
        <pc:spChg chg="mod">
          <ac:chgData name="Animisha Sharma" userId="b7a653bf193c2971" providerId="LiveId" clId="{1B01F5ED-0B84-4E18-ADA2-7D6258FDB1DF}" dt="2026-08-23T05:29:33.570" v="123" actId="207"/>
          <ac:spMkLst>
            <pc:docMk/>
            <pc:sldMk cId="3753387913" sldId="293"/>
            <ac:spMk id="7" creationId="{C0DF4435-5388-4FD2-783D-2759D970D0F6}"/>
          </ac:spMkLst>
        </pc:spChg>
        <pc:spChg chg="mod">
          <ac:chgData name="Animisha Sharma" userId="b7a653bf193c2971" providerId="LiveId" clId="{1B01F5ED-0B84-4E18-ADA2-7D6258FDB1DF}" dt="2026-08-23T05:23:43.980" v="63" actId="1076"/>
          <ac:spMkLst>
            <pc:docMk/>
            <pc:sldMk cId="3753387913" sldId="293"/>
            <ac:spMk id="12" creationId="{5DBCE864-823D-4A13-9607-5DA1F0ED5FB8}"/>
          </ac:spMkLst>
        </pc:spChg>
        <pc:picChg chg="del">
          <ac:chgData name="Animisha Sharma" userId="b7a653bf193c2971" providerId="LiveId" clId="{1B01F5ED-0B84-4E18-ADA2-7D6258FDB1DF}" dt="2026-08-23T05:29:41.259" v="124" actId="478"/>
          <ac:picMkLst>
            <pc:docMk/>
            <pc:sldMk cId="3753387913" sldId="293"/>
            <ac:picMk id="5" creationId="{291A58F1-16D5-F508-BB78-071F8B428062}"/>
          </ac:picMkLst>
        </pc:picChg>
        <pc:picChg chg="add">
          <ac:chgData name="Animisha Sharma" userId="b7a653bf193c2971" providerId="LiveId" clId="{1B01F5ED-0B84-4E18-ADA2-7D6258FDB1DF}" dt="2026-08-23T05:23:38.948" v="62" actId="22"/>
          <ac:picMkLst>
            <pc:docMk/>
            <pc:sldMk cId="3753387913" sldId="293"/>
            <ac:picMk id="8" creationId="{1F65C474-A831-AE45-DF6D-F73380FE5997}"/>
          </ac:picMkLst>
        </pc:picChg>
      </pc:sldChg>
      <pc:sldChg chg="addSp delSp modSp mod">
        <pc:chgData name="Animisha Sharma" userId="b7a653bf193c2971" providerId="LiveId" clId="{1B01F5ED-0B84-4E18-ADA2-7D6258FDB1DF}" dt="2026-08-23T05:28:59.353" v="114" actId="2085"/>
        <pc:sldMkLst>
          <pc:docMk/>
          <pc:sldMk cId="2997144140" sldId="294"/>
        </pc:sldMkLst>
        <pc:spChg chg="add del mod">
          <ac:chgData name="Animisha Sharma" userId="b7a653bf193c2971" providerId="LiveId" clId="{1B01F5ED-0B84-4E18-ADA2-7D6258FDB1DF}" dt="2026-08-23T05:25:46.102" v="88"/>
          <ac:spMkLst>
            <pc:docMk/>
            <pc:sldMk cId="2997144140" sldId="294"/>
            <ac:spMk id="4" creationId="{744D08CB-6034-469E-9C87-DAA5C4DE735F}"/>
          </ac:spMkLst>
        </pc:spChg>
        <pc:spChg chg="mod">
          <ac:chgData name="Animisha Sharma" userId="b7a653bf193c2971" providerId="LiveId" clId="{1B01F5ED-0B84-4E18-ADA2-7D6258FDB1DF}" dt="2026-08-23T05:26:59.157" v="101" actId="14100"/>
          <ac:spMkLst>
            <pc:docMk/>
            <pc:sldMk cId="2997144140" sldId="294"/>
            <ac:spMk id="7" creationId="{7AF129A1-1EDD-937E-2CE4-27A5C8CB2753}"/>
          </ac:spMkLst>
        </pc:spChg>
        <pc:spChg chg="add del mod">
          <ac:chgData name="Animisha Sharma" userId="b7a653bf193c2971" providerId="LiveId" clId="{1B01F5ED-0B84-4E18-ADA2-7D6258FDB1DF}" dt="2026-08-23T05:27:11.085" v="104"/>
          <ac:spMkLst>
            <pc:docMk/>
            <pc:sldMk cId="2997144140" sldId="294"/>
            <ac:spMk id="8" creationId="{59984051-4739-E466-9135-364891D19697}"/>
          </ac:spMkLst>
        </pc:spChg>
        <pc:spChg chg="mod">
          <ac:chgData name="Animisha Sharma" userId="b7a653bf193c2971" providerId="LiveId" clId="{1B01F5ED-0B84-4E18-ADA2-7D6258FDB1DF}" dt="2026-08-23T05:23:58.845" v="66" actId="1076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Animisha Sharma" userId="b7a653bf193c2971" providerId="LiveId" clId="{1B01F5ED-0B84-4E18-ADA2-7D6258FDB1DF}" dt="2026-08-23T05:28:25.166" v="111" actId="14100"/>
          <ac:spMkLst>
            <pc:docMk/>
            <pc:sldMk cId="2997144140" sldId="294"/>
            <ac:spMk id="17" creationId="{6245A6F5-0154-66FC-2538-CE8DACFBB21B}"/>
          </ac:spMkLst>
        </pc:spChg>
        <pc:picChg chg="add">
          <ac:chgData name="Animisha Sharma" userId="b7a653bf193c2971" providerId="LiveId" clId="{1B01F5ED-0B84-4E18-ADA2-7D6258FDB1DF}" dt="2026-08-23T05:23:54.556" v="65" actId="22"/>
          <ac:picMkLst>
            <pc:docMk/>
            <pc:sldMk cId="2997144140" sldId="294"/>
            <ac:picMk id="3" creationId="{42D2F7BC-BB87-449A-CB93-AB32165893B0}"/>
          </ac:picMkLst>
        </pc:picChg>
        <pc:picChg chg="del">
          <ac:chgData name="Animisha Sharma" userId="b7a653bf193c2971" providerId="LiveId" clId="{1B01F5ED-0B84-4E18-ADA2-7D6258FDB1DF}" dt="2026-08-23T05:14:11.917" v="20" actId="478"/>
          <ac:picMkLst>
            <pc:docMk/>
            <pc:sldMk cId="2997144140" sldId="294"/>
            <ac:picMk id="5" creationId="{47AB8959-7659-E3EE-5980-2B5CEC8848F8}"/>
          </ac:picMkLst>
        </pc:picChg>
        <pc:picChg chg="add mod">
          <ac:chgData name="Animisha Sharma" userId="b7a653bf193c2971" providerId="LiveId" clId="{1B01F5ED-0B84-4E18-ADA2-7D6258FDB1DF}" dt="2026-08-23T05:28:59.353" v="114" actId="2085"/>
          <ac:picMkLst>
            <pc:docMk/>
            <pc:sldMk cId="2997144140" sldId="294"/>
            <ac:picMk id="13" creationId="{A940A130-22D9-1B33-A409-431321C40476}"/>
          </ac:picMkLst>
        </pc:picChg>
      </pc:sldChg>
      <pc:sldChg chg="addSp delSp modSp mod">
        <pc:chgData name="Animisha Sharma" userId="b7a653bf193c2971" providerId="LiveId" clId="{1B01F5ED-0B84-4E18-ADA2-7D6258FDB1DF}" dt="2026-08-23T06:15:10.249" v="412" actId="478"/>
        <pc:sldMkLst>
          <pc:docMk/>
          <pc:sldMk cId="3916788613" sldId="296"/>
        </pc:sldMkLst>
        <pc:spChg chg="mod">
          <ac:chgData name="Animisha Sharma" userId="b7a653bf193c2971" providerId="LiveId" clId="{1B01F5ED-0B84-4E18-ADA2-7D6258FDB1DF}" dt="2026-08-23T05:24:04.783" v="68" actId="1076"/>
          <ac:spMkLst>
            <pc:docMk/>
            <pc:sldMk cId="3916788613" sldId="296"/>
            <ac:spMk id="9" creationId="{5DBCE864-823D-4A13-9607-5DA1F0ED5FB8}"/>
          </ac:spMkLst>
        </pc:spChg>
        <pc:picChg chg="add">
          <ac:chgData name="Animisha Sharma" userId="b7a653bf193c2971" providerId="LiveId" clId="{1B01F5ED-0B84-4E18-ADA2-7D6258FDB1DF}" dt="2026-08-23T05:24:01.644" v="67" actId="22"/>
          <ac:picMkLst>
            <pc:docMk/>
            <pc:sldMk cId="3916788613" sldId="296"/>
            <ac:picMk id="3" creationId="{B2866531-9E85-AD54-8CF6-6921236BAAF0}"/>
          </ac:picMkLst>
        </pc:picChg>
        <pc:picChg chg="del">
          <ac:chgData name="Animisha Sharma" userId="b7a653bf193c2971" providerId="LiveId" clId="{1B01F5ED-0B84-4E18-ADA2-7D6258FDB1DF}" dt="2026-08-23T06:15:10.249" v="412" actId="478"/>
          <ac:picMkLst>
            <pc:docMk/>
            <pc:sldMk cId="3916788613" sldId="296"/>
            <ac:picMk id="5" creationId="{019DA8A8-E6B5-CC5D-817C-59883EE28BD3}"/>
          </ac:picMkLst>
        </pc:picChg>
      </pc:sldChg>
      <pc:sldChg chg="new del">
        <pc:chgData name="Animisha Sharma" userId="b7a653bf193c2971" providerId="LiveId" clId="{1B01F5ED-0B84-4E18-ADA2-7D6258FDB1DF}" dt="2026-08-23T04:52:14.928" v="1" actId="47"/>
        <pc:sldMkLst>
          <pc:docMk/>
          <pc:sldMk cId="2549198101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3558-08F0-E950-4D9B-FC9030B9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50718-FDE7-B8F4-493A-72587471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1BBA3D-E729-9F54-6F28-8A5008A33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964894" y="0"/>
            <a:ext cx="6262211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F86D0-0AC9-B616-C0AE-8E8A2705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6EBE0-C678-0EAC-95AD-821A79C3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FE86-7649-C9A1-5C87-28CBD79A4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1E78B-69BF-397F-E849-ED37CABE1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99E02-0986-14E4-86DC-01E098A9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80DBB-487A-6396-8931-CBBBCD67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4C5D2-83C9-B1AE-5C6D-E9155115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748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1D41-2358-BF53-4034-1B79C0B0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2079F-DBC3-563D-6923-7EB054464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A3532-A859-7216-0BC5-F30380AD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99E90-F705-C981-1F7F-58111A53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51D44-A5D5-1C79-A5F8-752750E1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25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5E9D-2670-9470-0413-0FB269C9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425CC-DE28-2695-A387-79BA3688D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AB87A-A7F4-62F4-907C-145D9D83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654B3-0892-CD54-C9C0-4480CE96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4A224-705A-2309-1798-A3C62F1A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723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46BE-09C2-07C0-00E7-8CA2C7BA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FDE7D-7254-7114-0039-82C33E65F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46D98-C813-444C-31D9-2F403D3C3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465E4-1C4B-5B78-FC74-0CF1AC9A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7C62C-BD83-355E-7E5E-0E6748C5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DD02B-9B00-3DF6-47CA-FA3305EF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8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F87D-06FA-C336-E876-51CC98C0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C9765-126E-D4EF-94B0-7B21DA71E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FF39E-0DA8-7670-4CD0-6DD5C89EB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D20D-43F6-8D16-AAEB-BB7C6639A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F8A31-1FF3-B4F8-E6DE-131FB03C1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6092F-E28C-429A-B73D-231BCFCA1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B56E0-F6A1-0557-3BB0-947507AD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B0EFF-D31F-B0B7-CCBF-FC92B1FF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30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0FFA4-B1F7-186C-46B4-52DF1007E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1EFB8-637C-F7CB-1FC9-912DFF1B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345C6-E919-A70C-ECCF-F63B1787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4CD06-9C60-8815-D8EE-B28C2F0F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172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0EFE33-F82D-22C7-2D02-FE2EC299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CA00E-7B61-FD41-7CFC-BA6E57C0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7C307-9498-54E8-B45A-117F5DE9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511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F878-6199-5583-2FBA-2FF5D5E3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6A62-D8CE-DBB5-702B-518E35C47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EB6C8-C48C-06E4-C9F4-5D5CA17EA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8C96D-1385-53D2-3936-4F13AF1E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7DDCF-4B2F-D3C9-27DC-B7162C8C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5CEE7-B284-5B8F-21ED-B1411B45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9512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0575-2418-E576-D94F-44AD4242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ED878-B376-B97A-0C8D-F8E62067E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87020-7BBF-0292-9C8B-461A4B23C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CA83E-86C8-DE58-7167-4C8BAE82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0BA3C-C779-238B-C6BB-D6973041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F41E5-141E-1BAD-69A8-C0EFD2F5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143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E2EB-D882-C03A-5764-F16D5820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89E82-E9AC-4728-92F4-79847084B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365A4-9B1C-06E1-9421-6F2FC0BC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C43B7-B633-A9B2-3EB8-658AB779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25EBA-6AF1-10D2-B109-808E9069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792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F1609-C68F-ACD6-678A-2712B053B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E080C-D253-B7A9-0886-40DDFD39F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DC843-0E54-2423-BF9F-C5EC5C23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23E02-F48C-25AC-9E65-7C636377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C3320-4E2F-D98C-4107-D4EF6DC5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912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0D36-819E-A126-F43E-C60111641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54343-7118-C36E-715F-4F356C102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6DF8-379B-87F6-C8F3-79996A83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15C35-0AC4-D7E1-BCE4-2FBB0EC8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6BFA3-BBF4-A8CE-21BF-9ACFA676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128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543C-6963-DDAC-571A-C63C5033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DD9A-E8A8-9686-B2E6-E64CABE5C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D11BA-60DC-9C28-A26E-C60612A1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FC73-9AA9-895D-C141-1537C719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30B2-71AA-E27C-A3D5-6E442F7F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52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E408-FB21-C904-DD59-C8866D73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A9A1B-2860-9C82-4802-DF3BBDF05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C4BED-5B46-B5CD-7973-59CFB659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6CE02-468B-6570-C2A8-AF6A94D9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9BDC7-BC37-D171-0A98-05356DE1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883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FD8-5A3C-BF33-0EA3-17F190BE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F9950-6EDC-A6B3-BA71-8DEE8EB55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F66FF-2989-4F15-8131-17704AFE9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5C960-6448-20CD-9956-2EFD9B78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85F68-1657-51C7-569D-20901D0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15724-ADC5-09B2-7AD9-3487851D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2508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392C-F6AF-0A3B-D3AF-F1895EC6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47DA1-22AE-A555-DB13-AAD3F8AB9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FBE0F-17D8-9E7E-00A2-BF54E5815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ABD28-77BE-687A-7DAA-7EF78B5D61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E7577-B528-C497-F697-3A57A3318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192FA-02BF-A7F8-97EE-94D7D43D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4298E-3D1F-F3C9-E2F3-B39FCE3F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221BD5-74AF-5DE6-8890-2A5E46FA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7953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FB19-708F-B446-C94E-739F9EAC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C23D8-4339-6E55-7E04-CE0CAC24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9A845-8B10-3A98-E3CC-0C7F71DC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3DE50-9AB5-1C15-3C59-D8B29CA9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66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AE8A81-70C2-FD95-E89D-35CB9DDA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B8927-C3BA-8037-8355-9BD9DC74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CAFCB-0B9D-6787-A76F-7D8C66D2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5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45F1-1CA9-CD84-4DCD-57AD2D4A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1ABA0-44E0-0D50-6EF6-D02A300AC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92A31-D8BB-3614-E06F-B5DC2F37E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F0ECF-C09C-104F-3ED4-2465B1C8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DB431-9497-3E66-2DF0-7BA2711C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CA521-E7CD-9FE7-6C7B-1D1DDE8F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5707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2C0E-7303-8238-5DB4-7BBA81A0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B3CEB-D34C-D919-E9AD-2FD3F21BF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45445-C948-A28D-BCE5-220D17849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16267-B760-E6D1-AE7F-3D3507F2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FF94B-9AA6-10D6-EE57-164E56DBE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CEE34-022F-C696-D51E-4A084439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3686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2B53-7C0D-C305-72F0-C6F2F1D8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8BDB7-3ED2-A6DF-467D-FD2A8A763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41C0F-CA54-2C04-5AFE-759208EA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C260-A6E4-CC91-C837-821ECFEA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348AF-0A33-DFF7-9AFD-ED04C28C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9344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27EF8-711F-67F7-32AA-0261A23B4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925DF-AF56-3C8E-75A9-8D84017F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36D7A-99A9-7F02-3828-7723CC81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CEE6-FF07-B4C1-53EC-D1247DF6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E30FB-FB7A-8A9B-2F3B-775DDE8B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03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4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8F095-1122-B047-1B0A-F0EFD4CC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5C382-4F70-9C9F-6B42-8A89EEF3B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24ABF-7264-8DE0-A884-AB3897860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D4625-1B5A-4F0D-B92B-C5895307C2F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C6780-BA02-542B-4239-ABEF00A4C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536-F680-1C1F-7677-EB41AB07F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18977-98BB-493B-9D72-AE23FAD55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11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22526-04E2-3EAA-8444-3173F53B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435FC-F994-DB18-2DFF-F676A1E7E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068D6-7685-049F-88C4-103BFC629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63D13-1DE5-435A-B899-230961F8C57C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62328-6628-E857-E530-8BB5A4C91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FF2A-173C-0D2B-E396-2A6B6C3DF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C09D6-8E2E-4109-8859-DCC88BAB9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0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425760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7553" y="1525731"/>
            <a:ext cx="5924550" cy="4192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SIH26133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 and Quality of Public Healthcare Services, particularly in rural and underserved areas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Medtech/ Biotech/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Team Number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Alpha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85ACF5-D609-867F-F54A-3D9E4F8FB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918" y="4742802"/>
            <a:ext cx="2307082" cy="19502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B182F0-C37D-69D0-FC91-ECB38B208ECB}"/>
              </a:ext>
            </a:extLst>
          </p:cNvPr>
          <p:cNvSpPr txBox="1"/>
          <p:nvPr/>
        </p:nvSpPr>
        <p:spPr>
          <a:xfrm>
            <a:off x="12167755" y="405245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5A66A-899D-F3B1-E831-2923447C1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8" y="55281"/>
            <a:ext cx="1101117" cy="11818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MAKE HEALTHCARE ACCESSIBLE </a:t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ANYTIME AND ANYWHERE 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46349" y="1710719"/>
            <a:ext cx="31364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Britannic Bold" panose="020B0903060703020204" pitchFamily="34" charset="0"/>
                <a:cs typeface="Arial" pitchFamily="34" charset="0"/>
              </a:rPr>
              <a:t>Proposed Solution</a:t>
            </a:r>
            <a:endParaRPr lang="en-US" sz="2000" u="sng" dirty="0">
              <a:latin typeface="Britannic Bold" panose="020B0903060703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10585" y="198685"/>
            <a:ext cx="914399" cy="56383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057916-558F-CFCC-C759-6736F17B47D7}"/>
              </a:ext>
            </a:extLst>
          </p:cNvPr>
          <p:cNvSpPr/>
          <p:nvPr/>
        </p:nvSpPr>
        <p:spPr>
          <a:xfrm>
            <a:off x="407885" y="2204741"/>
            <a:ext cx="4862205" cy="116365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Rural Health Checkup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Vital Check : BP, Sugar, Temperature, Pulse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Local Language Support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Digital Prescription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32401E4-5965-C972-1B63-896E82A0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49" y="3666986"/>
            <a:ext cx="469490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Britannic Bold" panose="020B0903060703020204" pitchFamily="34" charset="0"/>
                <a:cs typeface="Arial" pitchFamily="34" charset="0"/>
              </a:rPr>
              <a:t>How It Addresses the Problem</a:t>
            </a:r>
            <a:endParaRPr lang="en-US" sz="2000" u="sng" dirty="0">
              <a:latin typeface="Britannic Bold" panose="020B0903060703020204" pitchFamily="34" charset="0"/>
              <a:cs typeface="Arial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29B7D3-07F6-2BB8-27D4-8E1E37DF1736}"/>
              </a:ext>
            </a:extLst>
          </p:cNvPr>
          <p:cNvSpPr/>
          <p:nvPr/>
        </p:nvSpPr>
        <p:spPr>
          <a:xfrm>
            <a:off x="407885" y="4146255"/>
            <a:ext cx="4862205" cy="13688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Healthcare at Village Level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Quick Health Assessment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Less Travel to Hospitals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Easy Access to Prescription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Early Health Risk Detection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00B40B0C-4E1C-D764-46EB-EF6DFECA0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398" y="1710719"/>
            <a:ext cx="42770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Britannic Bold" panose="020B0903060703020204" pitchFamily="34" charset="0"/>
                <a:cs typeface="Arial" pitchFamily="34" charset="0"/>
              </a:rPr>
              <a:t>Innovation and Uniqueness</a:t>
            </a:r>
            <a:endParaRPr lang="en-US" sz="2000" u="sng" dirty="0">
              <a:latin typeface="Britannic Bold" panose="020B0903060703020204" pitchFamily="34" charset="0"/>
              <a:cs typeface="Arial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2FEF43-C7D3-5BBF-CD1F-B79F531109CF}"/>
              </a:ext>
            </a:extLst>
          </p:cNvPr>
          <p:cNvSpPr/>
          <p:nvPr/>
        </p:nvSpPr>
        <p:spPr>
          <a:xfrm>
            <a:off x="5669398" y="2140325"/>
            <a:ext cx="4277553" cy="148127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Accessible and Easy to Use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Simple Digital Health Record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Personalized Prescription Support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Local Language + Health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fornian FB" panose="0207040306080B030204" pitchFamily="18" charset="0"/>
              </a:rPr>
              <a:t>Rural-First Healthcare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06F41-7BEE-3E93-3B7D-722BD2625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58"/>
            <a:ext cx="815770" cy="8755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5B27A1-E8F8-70E5-C9E8-72CD63BB7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888" y="3728629"/>
            <a:ext cx="3293207" cy="22826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C56942-A21E-F951-1E6F-6445F4360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072" y="3725807"/>
            <a:ext cx="3213043" cy="2271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27863" y="130621"/>
            <a:ext cx="948421" cy="63265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3DEA7B-E44E-3C06-70FA-44048F7B9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2" y="41742"/>
            <a:ext cx="766609" cy="822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2EB73-3D76-F094-10EE-2EC95518B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2" y="1273621"/>
            <a:ext cx="11943554" cy="43012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61785" y="190904"/>
            <a:ext cx="918924" cy="52450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0334B6-0E6E-016D-1434-EFB16E71ADF3}"/>
              </a:ext>
            </a:extLst>
          </p:cNvPr>
          <p:cNvSpPr/>
          <p:nvPr/>
        </p:nvSpPr>
        <p:spPr>
          <a:xfrm>
            <a:off x="121546" y="1195707"/>
            <a:ext cx="11948905" cy="184045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sz="2000" b="1" u="sng" dirty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Analysis of Feasibility of the Idea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Uses existing resources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: Connects available doctors, pharmacies, clinics and diagnostic centres instead of creating new infrastructure.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User-friendly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: Designed with a simple interface so that even users with limited digital literacy can access healthcare services.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0AE37F-485A-805A-1638-B86740160012}"/>
              </a:ext>
            </a:extLst>
          </p:cNvPr>
          <p:cNvSpPr/>
          <p:nvPr/>
        </p:nvSpPr>
        <p:spPr>
          <a:xfrm>
            <a:off x="121546" y="3168027"/>
            <a:ext cx="11948905" cy="1374716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en-US" sz="2000" b="1" u="sng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Potential Challenges &amp; Risks</a:t>
            </a:r>
          </a:p>
          <a:p>
            <a:pPr lvl="0" algn="just">
              <a:defRPr/>
            </a:pPr>
            <a:endParaRPr lang="en-US" u="sng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Poor internet connectivity in remote villages.  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u="sng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Availability of doctors may be limited in remote areas.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DF4435-5388-4FD2-783D-2759D970D0F6}"/>
              </a:ext>
            </a:extLst>
          </p:cNvPr>
          <p:cNvSpPr/>
          <p:nvPr/>
        </p:nvSpPr>
        <p:spPr>
          <a:xfrm>
            <a:off x="121546" y="4683523"/>
            <a:ext cx="11948905" cy="153471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r>
              <a:rPr lang="en-IN" sz="20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Upcoming Challenges</a:t>
            </a:r>
          </a:p>
          <a:p>
            <a:endParaRPr lang="en-IN" u="sng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Low-network solution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Design lightweight pages/app features that work with limited connectivity.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 network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Partner with local doctors and hospitals and maintain scheduled consultation slots.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65C474-A831-AE45-DF6D-F73380FE5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2" y="41742"/>
            <a:ext cx="766609" cy="82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45A6F5-0154-66FC-2538-CE8DACFBB21B}"/>
              </a:ext>
            </a:extLst>
          </p:cNvPr>
          <p:cNvSpPr/>
          <p:nvPr/>
        </p:nvSpPr>
        <p:spPr>
          <a:xfrm>
            <a:off x="232565" y="3714920"/>
            <a:ext cx="4329603" cy="240903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Early Intervention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: Catches chronic condition risks months before they become fatal emergencies.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IN" u="sng" dirty="0">
                <a:solidFill>
                  <a:schemeClr val="tx1"/>
                </a:solidFill>
                <a:latin typeface="Berlin Sans FB Demi" panose="020E0802020502020306" pitchFamily="34" charset="0"/>
                <a:ea typeface="ＭＳ Ｐゴシック" pitchFamily="1" charset="-128"/>
              </a:rPr>
              <a:t>Zero Income Disruption </a:t>
            </a:r>
            <a:r>
              <a:rPr lang="en-IN" dirty="0">
                <a:solidFill>
                  <a:prstClr val="black"/>
                </a:solidFill>
                <a:latin typeface="Calibri" pitchFamily="34" charset="0"/>
                <a:ea typeface="ＭＳ Ｐゴシック" pitchFamily="1" charset="-128"/>
              </a:rPr>
              <a:t>: Saves daily wage laborers from losing a day’s pay to travel to distant city hospitals for basic consultations.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22854" y="105754"/>
            <a:ext cx="957925" cy="59686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F129A1-1EDD-937E-2CE4-27A5C8CB2753}"/>
              </a:ext>
            </a:extLst>
          </p:cNvPr>
          <p:cNvSpPr/>
          <p:nvPr/>
        </p:nvSpPr>
        <p:spPr>
          <a:xfrm>
            <a:off x="232565" y="1095375"/>
            <a:ext cx="4329603" cy="2409036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Social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: Democratizes quality healthcare access, drastically reducing the mortality rate gap between urban and rural citizens.</a:t>
            </a:r>
            <a:endParaRPr lang="en-IN" dirty="0">
              <a:solidFill>
                <a:prstClr val="black"/>
              </a:solidFill>
              <a:latin typeface="Calibri" pitchFamily="34" charset="0"/>
              <a:ea typeface="ＭＳ Ｐゴシック" pitchFamily="1" charset="-128"/>
            </a:endParaRP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Economic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: Lowers out-of-pocket medical expenditure by up to 60%.</a:t>
            </a:r>
            <a:endParaRPr lang="en-IN" dirty="0">
              <a:solidFill>
                <a:prstClr val="black"/>
              </a:solidFill>
              <a:latin typeface="Calibri" pitchFamily="34" charset="0"/>
              <a:ea typeface="ＭＳ Ｐゴシック" pitchFamily="1" charset="-128"/>
            </a:endParaRP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lin Sans FB Demi" panose="020E0802020502020306" pitchFamily="34" charset="0"/>
                <a:ea typeface="ＭＳ Ｐゴシック" pitchFamily="1" charset="-128"/>
              </a:rPr>
              <a:t>Environmental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t> : Significantly minimizes carbon footprints.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2F7BC-BB87-449A-CB93-AB3216589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2" y="41742"/>
            <a:ext cx="766609" cy="8228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40A130-22D9-1B33-A409-431321C40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723" y="1526458"/>
            <a:ext cx="6627810" cy="3805084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80863"/>
            <a:ext cx="10749280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National Health Mission (NHM) India Reports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Used data on rural doctor shortages and operationa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 primary health centers (PHCs). 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World Health Organization (WHO) Telemedicine Frameworks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Adhered to standard guidelines for mobile health (mHealth) and remote clinical assessments.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Ayushman Bharat Digital Mission (ABDM) </a:t>
            </a:r>
            <a:endParaRPr lang="en-US" sz="2800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</a:t>
            </a:r>
            <a:r>
              <a:rPr lang="en-US" sz="2800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EEE Research Papers</a:t>
            </a:r>
            <a:endParaRPr kumimoji="0" lang="en-US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4608" y="161407"/>
            <a:ext cx="938588" cy="58349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Bernard MT Condensed" panose="02050806060905020404" pitchFamily="18" charset="0"/>
              </a:rPr>
              <a:t>TEAM ALPHA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866531-9E85-AD54-8CF6-6921236BA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2" y="41742"/>
            <a:ext cx="766609" cy="82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8459</TotalTime>
  <Words>380</Words>
  <Application>Microsoft Office PowerPoint</Application>
  <PresentationFormat>Widescreen</PresentationFormat>
  <Paragraphs>66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ＭＳ Ｐゴシック</vt:lpstr>
      <vt:lpstr>Arial</vt:lpstr>
      <vt:lpstr>Berlin Sans FB Demi</vt:lpstr>
      <vt:lpstr>Bernard MT Condensed</vt:lpstr>
      <vt:lpstr>Britannic Bold</vt:lpstr>
      <vt:lpstr>Calibri</vt:lpstr>
      <vt:lpstr>Calibri Light</vt:lpstr>
      <vt:lpstr>Californian FB</vt:lpstr>
      <vt:lpstr>Garamond</vt:lpstr>
      <vt:lpstr>Times New Roman</vt:lpstr>
      <vt:lpstr>TradeGothic</vt:lpstr>
      <vt:lpstr>Wingdings</vt:lpstr>
      <vt:lpstr>Office Theme</vt:lpstr>
      <vt:lpstr>Custom Design</vt:lpstr>
      <vt:lpstr>1_Custom Design</vt:lpstr>
      <vt:lpstr>SMART INDIA HACKATHON 2026</vt:lpstr>
      <vt:lpstr> MAKE HEALTHCARE ACCESSIBLE  ANYTIME AND ANYWHERE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Animisha Sharma</cp:lastModifiedBy>
  <cp:revision>151</cp:revision>
  <dcterms:created xsi:type="dcterms:W3CDTF">2013-12-12T18:46:50Z</dcterms:created>
  <dcterms:modified xsi:type="dcterms:W3CDTF">2026-08-23T06:15:20Z</dcterms:modified>
  <cp:category/>
</cp:coreProperties>
</file>